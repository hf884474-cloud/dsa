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 Bold" panose="020B0803030501040103"/>
      <p:regular r:id="rId9"/>
    </p:embeddedFont>
    <p:embeddedFont>
      <p:font typeface="Canva Sans Display" panose="020B08050305010401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slideLayout" Target="../slideLayouts/slideLayout7.xml" /><Relationship Id="rId1" Type="http://schemas.openxmlformats.org/officeDocument/2006/relationships/video" Target="https://youtu.be/414ZdWOrcUk?si=APNYYXtBeFYbKR8f" TargetMode="Externa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7213" y="1787182"/>
            <a:ext cx="11487181" cy="6461539"/>
          </a:xfrm>
          <a:custGeom>
            <a:avLst/>
            <a:gdLst/>
            <a:ahLst/>
            <a:cxnLst/>
            <a:rect l="l" t="t" r="r" b="b"/>
            <a:pathLst>
              <a:path w="11487181" h="6461539">
                <a:moveTo>
                  <a:pt x="0" y="0"/>
                </a:moveTo>
                <a:lnTo>
                  <a:pt x="11487181" y="0"/>
                </a:lnTo>
                <a:lnTo>
                  <a:pt x="11487181" y="6461540"/>
                </a:lnTo>
                <a:lnTo>
                  <a:pt x="0" y="6461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77213" y="8077272"/>
            <a:ext cx="1148718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94582" y="3326457"/>
            <a:ext cx="7502419" cy="6067581"/>
          </a:xfrm>
          <a:custGeom>
            <a:avLst/>
            <a:gdLst/>
            <a:ahLst/>
            <a:cxnLst/>
            <a:rect l="l" t="t" r="r" b="b"/>
            <a:pathLst>
              <a:path w="7502419" h="6067581">
                <a:moveTo>
                  <a:pt x="0" y="0"/>
                </a:moveTo>
                <a:lnTo>
                  <a:pt x="7502419" y="0"/>
                </a:lnTo>
                <a:lnTo>
                  <a:pt x="7502419" y="6067582"/>
                </a:lnTo>
                <a:lnTo>
                  <a:pt x="0" y="6067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17670" y="933450"/>
            <a:ext cx="11856244" cy="160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3"/>
              </a:lnSpc>
              <a:spcBef>
                <a:spcPct val="0"/>
              </a:spcBef>
            </a:pPr>
            <a:r>
              <a:rPr lang="en-US" sz="9972" b="1">
                <a:solidFill>
                  <a:srgbClr val="0000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Socratic by Google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Stuck on a math problem? Take a photo, and it shows you a step-by-step video and explanation.</a:t>
            </a:r>
          </a:p>
        </p:txBody>
      </p:sp>
      <p:pic>
        <p:nvPicPr>
          <p:cNvPr id="3" name="Picture 3"/>
          <p:cNvPicPr>
            <a:picLocks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462814" y="3632411"/>
            <a:ext cx="10981372" cy="617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66CBCF-E79F-4BCD-E44A-7A08DCE2976A}"/>
              </a:ext>
            </a:extLst>
          </p:cNvPr>
          <p:cNvSpPr txBox="1"/>
          <p:nvPr/>
        </p:nvSpPr>
        <p:spPr>
          <a:xfrm>
            <a:off x="7953375" y="-10419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https://youtu.be/414ZdWOrcUk?si=GFWhLrz9XB7AkE2N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460BA-28F8-9BE6-4384-D25913472A72}"/>
              </a:ext>
            </a:extLst>
          </p:cNvPr>
          <p:cNvSpPr txBox="1"/>
          <p:nvPr/>
        </p:nvSpPr>
        <p:spPr>
          <a:xfrm>
            <a:off x="4572000" y="44254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https://youtu.be/414ZdWOrcUk?si=GFWhLrz9XB7AkE2N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1359" y="2781677"/>
            <a:ext cx="7007074" cy="6183743"/>
          </a:xfrm>
          <a:custGeom>
            <a:avLst/>
            <a:gdLst/>
            <a:ahLst/>
            <a:cxnLst/>
            <a:rect l="l" t="t" r="r" b="b"/>
            <a:pathLst>
              <a:path w="7007074" h="6183743">
                <a:moveTo>
                  <a:pt x="0" y="0"/>
                </a:moveTo>
                <a:lnTo>
                  <a:pt x="7007074" y="0"/>
                </a:lnTo>
                <a:lnTo>
                  <a:pt x="7007074" y="6183743"/>
                </a:lnTo>
                <a:lnTo>
                  <a:pt x="0" y="618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97543" y="575811"/>
            <a:ext cx="7300079" cy="160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3"/>
              </a:lnSpc>
              <a:spcBef>
                <a:spcPct val="0"/>
              </a:spcBef>
            </a:pPr>
            <a:r>
              <a:rPr lang="en-US" sz="9972" b="1">
                <a:solidFill>
                  <a:srgbClr val="0000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ReadAlong: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680909"/>
            <a:ext cx="18288000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AI friend that listens to you read aloud and helps you with tricky words.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1931A-F4A7-86BE-C04C-FD4ED661A6DF}"/>
              </a:ext>
            </a:extLst>
          </p:cNvPr>
          <p:cNvSpPr txBox="1"/>
          <p:nvPr/>
        </p:nvSpPr>
        <p:spPr>
          <a:xfrm>
            <a:off x="7277100" y="-1518166"/>
            <a:ext cx="952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https://youtu.be/JQ6A03KQDTc?si=APH8I-ONafkFIQiP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2A7E8-51F1-73C2-D0CE-2F30135D317D}"/>
              </a:ext>
            </a:extLst>
          </p:cNvPr>
          <p:cNvSpPr txBox="1"/>
          <p:nvPr/>
        </p:nvSpPr>
        <p:spPr>
          <a:xfrm>
            <a:off x="7429500" y="-1365766"/>
            <a:ext cx="952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https://youtu.be/JQ6A03KQDTc?si=APH8I-ONafkFIQiP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0310" y="2421526"/>
            <a:ext cx="7325491" cy="6107628"/>
          </a:xfrm>
          <a:custGeom>
            <a:avLst/>
            <a:gdLst/>
            <a:ahLst/>
            <a:cxnLst/>
            <a:rect l="l" t="t" r="r" b="b"/>
            <a:pathLst>
              <a:path w="7325491" h="6107628">
                <a:moveTo>
                  <a:pt x="0" y="0"/>
                </a:moveTo>
                <a:lnTo>
                  <a:pt x="7325491" y="0"/>
                </a:lnTo>
                <a:lnTo>
                  <a:pt x="7325491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23562" y="141605"/>
            <a:ext cx="380738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Photomath: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1196306"/>
            <a:ext cx="17259300" cy="7808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0"/>
              </a:lnSpc>
            </a:pPr>
            <a:r>
              <a:rPr lang="en-US" sz="4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Safe AI Rules for Kids 🛡️</a:t>
            </a:r>
          </a:p>
          <a:p>
            <a:pPr marL="1059529" lvl="1" indent="-529764" algn="l">
              <a:lnSpc>
                <a:spcPts val="6870"/>
              </a:lnSpc>
              <a:buFont typeface="Arial"/>
              <a:buChar char="•"/>
            </a:pPr>
            <a:r>
              <a:rPr lang="en-US" sz="4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Remember, AI is a helper, not a shortcut!</a:t>
            </a:r>
          </a:p>
          <a:p>
            <a:pPr marL="1059529" lvl="1" indent="-529764" algn="l">
              <a:lnSpc>
                <a:spcPts val="6870"/>
              </a:lnSpc>
              <a:buFont typeface="Arial"/>
              <a:buChar char="•"/>
            </a:pPr>
            <a:r>
              <a:rPr lang="en-US" sz="4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Never give personal info: Don't share your address or real name.</a:t>
            </a:r>
          </a:p>
          <a:p>
            <a:pPr marL="1059529" lvl="1" indent="-529764" algn="l">
              <a:lnSpc>
                <a:spcPts val="6870"/>
              </a:lnSpc>
              <a:buFont typeface="Arial"/>
              <a:buChar char="•"/>
            </a:pPr>
            <a:r>
              <a:rPr lang="en-US" sz="4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the facts: Sometimes AI "hallucinates" (makes things up), so always double-check with your textbook.</a:t>
            </a:r>
          </a:p>
          <a:p>
            <a:pPr marL="1059529" lvl="1" indent="-529764" algn="l">
              <a:lnSpc>
                <a:spcPts val="6870"/>
              </a:lnSpc>
              <a:buFont typeface="Arial"/>
              <a:buChar char="•"/>
            </a:pPr>
            <a:r>
              <a:rPr lang="en-US" sz="4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the work: Use AI to explain how to do it, then try it on your own!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hf884474@gmail.com</cp:lastModifiedBy>
  <cp:revision>2</cp:revision>
  <dcterms:created xsi:type="dcterms:W3CDTF">2006-08-16T00:00:00Z</dcterms:created>
  <dcterms:modified xsi:type="dcterms:W3CDTF">2026-02-26T20:57:40Z</dcterms:modified>
  <dc:identifier>DAHCc647Np4</dc:identifier>
</cp:coreProperties>
</file>